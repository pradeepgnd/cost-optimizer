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0:00–0:20 (~20s)</a:t>
            </a:r>
          </a:p>
          <a:p>
            <a:r>
              <a:t>Name Track: The Agent That Can Explain Why. Problem + solo founders in one or two sentences. Mentally note scoring weights for judges; do not read the whole table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0:20–0:40 (~20s)</a:t>
            </a:r>
          </a:p>
          <a:p>
            <a:r>
              <a:t>Input → process → output. Say sample vs live. Emphasize actionable DecisionPack and honest labels. No savings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0:40–1:05 (~25s)</a:t>
            </a:r>
          </a:p>
          <a:p>
            <a:r>
              <a:t>At least two agents collaborating with critique/repair — show the loop. Name H-MEM. Name Lightning/Ultra via Nightshift.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1:05–1:15 (~10s)</a:t>
            </a:r>
          </a:p>
          <a:p>
            <a:r>
              <a:t>Quick stack pass. Point to public repo and sample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1:15–1:40 (~25s)</a:t>
            </a:r>
          </a:p>
          <a:p>
            <a:r>
              <a:t>Must-show: Zetaris query, H-MEM engine feature + test, one Nightshift request with model name, Nemotron where we claim NVIDIA.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1:40–1:55 (~15s)</a:t>
            </a:r>
          </a:p>
          <a:p>
            <a:r>
              <a:t>One concrete unique behaviour from SPONSOR_PARAGRAPH. Optional DEMO_SCRIPT 10s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1:55–2:15 (~20s)</a:t>
            </a:r>
          </a:p>
          <a:p>
            <a:r>
              <a:t>Show Brief and Run. Live or recorded real/synthetic run. Mention approval/cap.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2:15–2:45 (~30s)</a:t>
            </a:r>
          </a:p>
          <a:p>
            <a:r>
              <a:t>Final output + why it matters. Measured vs estimated. Trace proves collaboration. No savings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2:45–3:15 (~30s)</a:t>
            </a:r>
          </a:p>
          <a:p>
            <a:r>
              <a:t>Future short and clearly unbuilt. Close with sponsors + repo + sample mode. Stop by 3:15–3:30.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55555"/>
                </a:solidFill>
                <a:latin typeface="Arial"/>
              </a:defRPr>
            </a:pPr>
            <a:r>
              <a:t>Open Agent Hackathon 2026 · Track: The Agent That Can Explain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0A0A0A"/>
                </a:solidFill>
                <a:latin typeface="Arial"/>
              </a:defRPr>
            </a:pPr>
            <a:r>
              <a:t>AI SaaS Cost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3A3A3A"/>
                </a:solidFill>
                <a:latin typeface="Arial"/>
              </a:defRPr>
            </a:pPr>
            <a:r>
              <a:t>Problem: A founder spent over $15,000 building with an AI app-builder,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3A3A3A"/>
                </a:solidFill>
                <a:latin typeface="Arial"/>
              </a:defRPr>
            </a:pPr>
            <a:r>
              <a:t>and no tool estimated what the app would cost to build or to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0A0A0A"/>
                </a:solidFill>
                <a:latin typeface="Arial"/>
              </a:defRPr>
            </a:pPr>
            <a:r>
              <a:t>Users: Solo founders building an AI SaaS product who need evidence-backed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0A0A0A"/>
                </a:solidFill>
                <a:latin typeface="Arial"/>
              </a:defRPr>
            </a:pPr>
            <a:r>
              <a:t>AI operating costs before they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55555"/>
                </a:solidFill>
                <a:latin typeface="Arial"/>
              </a:defRPr>
            </a:pPr>
            <a:r>
              <a:t>Judging (100 pts): Impact 30 · Technical 20 · Innovation 15 · Demo 15 · Product &amp; UX 10 · Sponsor Tech 10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55555"/>
                </a:solidFill>
                <a:latin typeface="Arial"/>
              </a:defRPr>
            </a:pPr>
            <a:r>
              <a:t>Demo video: 1–4 minutes (recommended 2:30–3:30). This spoken deck ~3:15.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55555"/>
                </a:solidFill>
                <a:latin typeface="Arial"/>
              </a:defRPr>
            </a:pPr>
            <a:r>
              <a:t>Eight required deck points follow — consistent with README and demo.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0A0A0A"/>
                </a:solidFill>
                <a:latin typeface="Arial"/>
              </a:defRPr>
            </a:pPr>
            <a:r>
              <a:t>1–2 · Solution — input, process,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Input: idea + 2–5 AI features + growth stages (+ optional revenue/budget).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  Live data via Zetaris/Nightshift, or SAMPLE/OFFLINE synthetic (real agent logic, no network).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Process: Controller orchestrates Planner → Analyst → Critic under a spend cap.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Output (DecisionPack): monthly AI cost by stage, revenue/AI margin, measured vs estimated tokens,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  deterministic checks, Critic flags, limitations, JSONL trace of every step.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Unmeasured values stay estimated / projected only / unknown — never invented.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We never claim dollar “savings.” Estimates are planning figures, not financial advice.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Why it matters: a founder can act on stage costs and gaps before they spend on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0A0A0A"/>
                </a:solidFill>
                <a:latin typeface="Arial"/>
              </a:defRPr>
            </a:pPr>
            <a:r>
              <a:t>3 · Agent workflow — collaboration &amp;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Named roles (real interdependence — not one agent with three labels):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  • Planner — domain risks (Nemotron Lightning via Nightshift)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  • Analyst — Zetaris prices, candidates, measured feature×model samples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  • Critic — flags only; proposes one action (Nemotron Ultra via Nightshift)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Collaboration / loop: Critic findings → controller validates → ≤1 repair re-run.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Shared state: Meterless H-MEM recalls founder assumptions; saves accepted decisions.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Gates: spend reserved before each Nightshift call; ≤30 attempts; rubric + human review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  decide quality (models do not grade). Trace shows agent-to-agent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4 · 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run.py — JSON in / JSON out · Streamlit UI (ui_service → same entry; no forked economics)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Controller · Pydantic contracts · Decimal economics · durable SQLite dispatch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Adapters: Zetaris · Meterless Nightshift · Meterless H-MEM (Node bridge, pinned engine)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NVIDIA Nemotron via Nightshift: Lightning (Planner) · Ultra (Critic) — logged model IDs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SAMPLE_MODE=true offline path · pytest + sample checker · organizer JSONL traces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Public repo: github.com/pradeepgnd/cost-optimizer · .env.example placeholders only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0A0A0A"/>
                </a:solidFill>
                <a:latin typeface="Arial"/>
              </a:defRPr>
            </a:pPr>
            <a:r>
              <a:t>Framework choice is not scored; working sponsor integration and reliability 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0A0A0A"/>
                </a:solidFill>
                <a:latin typeface="Arial"/>
              </a:defRPr>
            </a:pPr>
            <a:r>
              <a:t>5 · Zetaris + Meterless (+ NVIDIA) doing real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Zetaris (required data layer): agent queries pinned price/catalog snapshots (typed, hashed);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  evidence publisher writes measured runs back; outbox + retry if write fails; query IDs in trace.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Meterless Nightshift (primary AI provider): every model call — Planner, candidates, Critic, repair;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  one real request returns usage (N in / N out) with requested + resolved model IDs.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Meterless Engine — H-MEM (working feature): recall at start, save decisions at end;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  conformance/self-test: save, restart recall, isolation, audit (tests/docs).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NVIDIA: Nemotron Lightning + Ultra through Nightshift in working Planner/Critic features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0A0A0A"/>
                </a:solidFill>
                <a:latin typeface="Arial"/>
              </a:defRPr>
            </a:pPr>
            <a:r>
              <a:t>  (logs show the Nemotron model — not only meterless/auto).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 · What was unique about our sponsor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Same sponsor tools that run the agent also produce the cost evidence.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Live finding (26 Oct): shared Nightshift meterless-scope leaked prior answers into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similar prompts — identical text across models and inflated input tokens (e.g. 1542 vs 751).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Fix: per-request scopes (eval-&lt;random&gt;); re-measure; discard contaminated numbers.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For accurate token accounting, catching that was load-bearing sponsor use — not a bolt-on.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00"/>
                </a:solidFill>
                <a:latin typeface="Arial"/>
              </a:defRPr>
            </a:pPr>
            <a:r>
              <a:t>7 · Product visuals — Brief → Run (real Streamlit UI)</a:t>
            </a:r>
          </a:p>
        </p:txBody>
      </p:sp>
      <p:pic>
        <p:nvPicPr>
          <p:cNvPr id="4" name="Picture 3" descr="latest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5760720" cy="3600450"/>
          </a:xfrm>
          <a:prstGeom prst="rect">
            <a:avLst/>
          </a:prstGeom>
        </p:spPr>
      </p:pic>
      <p:pic>
        <p:nvPicPr>
          <p:cNvPr id="5" name="Picture 4" descr="latest-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94360"/>
            <a:ext cx="576072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Approval + spend cap · progress: H-MEM → Zetaris → Nightshift → Planner/Critic (Nemotron)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00"/>
                </a:solidFill>
                <a:latin typeface="Arial"/>
              </a:defRPr>
            </a:pPr>
            <a:r>
              <a:t>7 · Product visuals — final output a founder can use</a:t>
            </a:r>
          </a:p>
        </p:txBody>
      </p:sp>
      <p:pic>
        <p:nvPicPr>
          <p:cNvPr id="4" name="Picture 3" descr="latest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94360"/>
            <a:ext cx="10058400" cy="628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Stage costs · margin · measured vs estimated · Critic flags · full trace — unknown stays unknown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0A0A0A"/>
                </a:solidFill>
                <a:latin typeface="Arial"/>
              </a:defRPr>
            </a:pPr>
            <a:r>
              <a:t>8 · Future enhancements (not built 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• Human-review UI so recommended stacks can unlock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• Switch-point views after quality gates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0A0A0A"/>
                </a:solidFill>
                <a:latin typeface="Arial"/>
              </a:defRPr>
            </a:pPr>
            <a:r>
              <a:t>• H-MEM decisions influencing a later run (next step in sponsor notes)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000FF"/>
                </a:solidFill>
                <a:latin typeface="Arial"/>
              </a:defRPr>
            </a:pPr>
            <a:r>
              <a:t>Repo: github.com/pradeepgnd/cost-optimizer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0000FF"/>
                </a:solidFill>
                <a:latin typeface="Arial"/>
              </a:defRPr>
            </a:pPr>
            <a:r>
              <a:t>SAMPLE_MODE=true python run.py …   ·   python -m streamlit run streamlit_app.py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3A3A3A"/>
                </a:solidFill>
                <a:latin typeface="Arial"/>
              </a:defRPr>
            </a:pPr>
            <a:r>
              <a:t>Zetaris · Meterless Nightshift · Meterless H-MEM · NVIDIA Nemotron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3A3A3A"/>
                </a:solidFill>
                <a:latin typeface="Arial"/>
              </a:defRPr>
            </a:pPr>
            <a:r>
              <a:t>Evidence-backed costs for Track 02 — agents that explain why, with a trace.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3A3A3A"/>
                </a:solidFill>
                <a:latin typeface="Arial"/>
              </a:defRPr>
            </a:pPr>
            <a:r>
              <a:t>Demo aim 2:30–3:30 · hard cap 4:00.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